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Deep Discussers (3.4%)</c:v>
                </c:pt>
                <c:pt idx="1">
                  <c:v>Moderate Engagers (17%)</c:v>
                </c:pt>
                <c:pt idx="2">
                  <c:v>Niche Interest (5.9%)</c:v>
                </c:pt>
                <c:pt idx="3">
                  <c:v>Mainstream (73.6%)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3.4</c:v>
                </c:pt>
                <c:pt idx="1">
                  <c:v>17</c:v>
                </c:pt>
                <c:pt idx="2">
                  <c:v>5.9</c:v>
                </c:pt>
                <c:pt idx="3">
                  <c:v>73.6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2137"/>
                </a:solidFill>
                <a:latin typeface="Arial"/>
              </a:rPr>
              <a:t>Deep Discussers vs. Mainstream by Subreddit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 Discussers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r/MachineLearning</c:v>
                  </c:pt>
                  <c:pt idx="1">
                    <c:v>r/artificial</c:v>
                  </c:pt>
                  <c:pt idx="2">
                    <c:v>r/Futurology</c:v>
                  </c:pt>
                  <c:pt idx="3">
                    <c:v>r/technology</c:v>
                  </c:pt>
                  <c:pt idx="4">
                    <c:v>r/ChatGPT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Mainstream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r/MachineLearning</c:v>
                  </c:pt>
                  <c:pt idx="1">
                    <c:v>r/artificial</c:v>
                  </c:pt>
                  <c:pt idx="2">
                    <c:v>r/Futurology</c:v>
                  </c:pt>
                  <c:pt idx="3">
                    <c:v>r/technology</c:v>
                  </c:pt>
                  <c:pt idx="4">
                    <c:v>r/ChatGPT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61</c:v>
                </c:pt>
                <c:pt idx="2">
                  <c:v>68</c:v>
                </c:pt>
                <c:pt idx="3">
                  <c:v>72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Voices in the AI Discourse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Mining Analysis of Reddit ChatGPT Communities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371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4412 — Data Mining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 | Spring 2026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Mahliq Obie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1828800" cy="6858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49,428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44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8E8"/>
                </a:solidFill>
              </a:rPr>
              <a:t>Reddit Comments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4206240"/>
            <a:ext cx="1828800" cy="6858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4544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8E8"/>
                </a:solidFill>
              </a:rPr>
              <a:t>User Clusters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4206240"/>
            <a:ext cx="1828800" cy="6858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544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8E8"/>
                </a:solidFill>
              </a:rPr>
              <a:t>Topic Themes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4206240"/>
            <a:ext cx="1828800" cy="6858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4544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8E8"/>
                </a:solidFill>
              </a:rPr>
              <a:t>Subreddit Types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1945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49,428 Reddit comments on ChatGPT across 5 subreddits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764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039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Understand how different users engage with AI discourse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523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27980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What user segments exist by behavior + content?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32826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" y="355701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What topics emerge in the corpus?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RQ3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4315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How do patterns differ across communities?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Why Reddit? Why ChatGPT?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54864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05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is one of the largest public discourse platforms, with millions of active communities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ChatGPT's 2023 launch triggered one of the fastest-growing tech discussion waves in internet history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talks about AI — and how — matters for science communication and policy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enables pattern discovery at scale that manual review cannot achieve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5661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566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r/ChatGPT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35661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566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r/technology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56616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5661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r/Futurology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06908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r/MachineLearning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406908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06908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r/artificial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Data Sources: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54480" cy="3474720"/>
          </a:xfrm>
          <a:prstGeom prst="rect">
            <a:avLst/>
          </a:prstGeom>
          <a:solidFill>
            <a:srgbClr val="E8F4F8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822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Reddit API (PRAW)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49,428 comments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5 subreddits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2514600"/>
            <a:ext cx="15544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777240"/>
            <a:ext cx="1554480" cy="3474720"/>
          </a:xfrm>
          <a:prstGeom prst="rect">
            <a:avLst/>
          </a:prstGeom>
          <a:solidFill>
            <a:srgbClr val="EFF6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22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9202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Tokenize + lemmatize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Remove stopwords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Filter short comments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4448" y="2514600"/>
            <a:ext cx="15544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777240"/>
            <a:ext cx="1554480" cy="3474720"/>
          </a:xfrm>
          <a:prstGeom prst="rect">
            <a:avLst/>
          </a:prstGeom>
          <a:solidFill>
            <a:srgbClr val="E8F4F8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822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19202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TF-IDF (5,000 features)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Behavioral features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PCA (50 components)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21808" y="2514600"/>
            <a:ext cx="15544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777240"/>
            <a:ext cx="1554480" cy="3474720"/>
          </a:xfrm>
          <a:prstGeom prst="rect">
            <a:avLst/>
          </a:prstGeom>
          <a:solidFill>
            <a:srgbClr val="EFF6FF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822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K-Means Clustering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9202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k=4 (Elbow + Silhouette)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Cluster profiling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Label interpretation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2514600"/>
            <a:ext cx="15544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777240"/>
            <a:ext cx="1554480" cy="3474720"/>
          </a:xfrm>
          <a:prstGeom prst="rect">
            <a:avLst/>
          </a:prstGeom>
          <a:solidFill>
            <a:srgbClr val="E8F4F8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822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LDA Topic Modeling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1920240"/>
            <a:ext cx="1371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8 topics (coherence)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Gensim library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Topic-cluster mapping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 Parameters: k=4 clusters • 5,000 TF-IDF features • 50 PCA components • 8 LDA topics • Silhouette ≈ 0.31 • Coherence (c_v) = 0.47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Finding: Four User Archetypes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85800"/>
          <a:ext cx="3840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389120" y="685800"/>
            <a:ext cx="4572000" cy="96012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389120" y="68580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758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Cluster 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758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3.4%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978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Deep Technical Discussers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1252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Long, analytical posts on AI ethics, consciousness, regulation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1764792"/>
            <a:ext cx="4572000" cy="96012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764792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8379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Cluster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18379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17.0%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Moderate Engagers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Mid-length practical discussions on productivity &amp; work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89120" y="2843784"/>
            <a:ext cx="4572000" cy="960120"/>
          </a:xfrm>
          <a:prstGeom prst="rect">
            <a:avLst/>
          </a:prstGeom>
          <a:solidFill>
            <a:srgbClr val="F8FAFC"/>
          </a:solidFill>
          <a:ln w="25400">
            <a:solidFill>
              <a:srgbClr val="5EEAD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89120" y="2843784"/>
            <a:ext cx="109728" cy="9601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2916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Cluster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46720" y="29169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5.9%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0" y="3136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Niche Interest Group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0" y="3410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Domain-specific: education, creative writing, research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9120" y="3922776"/>
            <a:ext cx="4572000" cy="960120"/>
          </a:xfrm>
          <a:prstGeom prst="rect">
            <a:avLst/>
          </a:prstGeom>
          <a:solidFill>
            <a:srgbClr val="F8FAFC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89120" y="3922776"/>
            <a:ext cx="10972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3995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Cluster 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46720" y="3995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73.6%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42153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Mainstream Majority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0" y="44897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Short casual reactions — the typical Reddit commenter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LDA Topic Modeling: 8 Themes Discovered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AI Ethics &amp; Regulation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79552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7955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6012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bias • law • regulation • copyright • policy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68680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68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Practical Use Cases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79552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7955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39496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write • code • email • work • prompt • generate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764792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1856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Education &amp; Learning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187452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87452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60120" y="2221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student • teacher • homework • plagiarism • essay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764792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947672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856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Future of AI / Speculation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187452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87452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394960" y="2221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agi • replace • job • human • conscious • future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843784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26664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26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2935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Technical Capabilities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295351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295351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60120" y="33009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gpt4 • model • training • token • benchmark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843784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026664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26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2935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Creative Applications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2440" y="295351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295351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94960" y="33009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art • story • image • music • generate • design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922776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105656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40142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Product &amp; Company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0" y="403250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8F4F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403250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60120" y="43799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openai • google • microsoft • update • release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3922776"/>
            <a:ext cx="420624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00600" y="4105656"/>
            <a:ext cx="502920" cy="5029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94960" y="40142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General Reactions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92440" y="403250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92440" y="403250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2137"/>
                </a:solidFill>
              </a:rPr>
              <a:t>Cluster 3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394960" y="43799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amazing • lol • yeah • thing • really • just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Cross-Community Patterns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8580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↑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8412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r/MachineLearning has the highest concentration of Deep Discussers (Cluster 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0" y="18288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040" y="18470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r/ChatGPT is dominated by casual Mainstream comments (Cluster 3)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283464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5040" y="28529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r/Futurology overrepresents the Niche Interest Group (Cluster 2)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38404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35040" y="3858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Comment scores are consistently higher for Cluster 0 across all subreddits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Does This Mean?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3152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863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1% Rule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73.6% casual vs 3.4% deep — mirrors the well-known online participation inequality. A small cohort drives meaningful discourse.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731520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3152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863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Depth Earns Recognition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Cluster 0 consistently earns higher upvote scores. Reddit rewards depth even when the majority doesn't produce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437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 Architecture Matters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Subreddit culture shapes discourse. r/ML attracts technical depth; r/ChatGPT attracts reaction. Community norms are powerful.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160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8892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4378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Education is a Top AI Concern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Topic 3 (Education &amp; Plagiarism) ranks among the most prominent — reflecting real-world anxiety about AI in schools.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Critical Assessment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425196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Silhouette score ~0.31: moderate, not strong cluster separation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Cluster labels are interpretive, not ground-truthed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LDA coherence 0.47: moderate quality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Face validity good: segments align with known online behavior patterns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685800"/>
            <a:ext cx="2743200" cy="425196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68580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Reddit users ≠ general public (sampling bias)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English-only corpus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TF-IDF misses semantic meaning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Temporal snapshot only — discourse shifts over time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Removed/deleted comments create gaps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685800"/>
            <a:ext cx="2743200" cy="4251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685800"/>
            <a:ext cx="27432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Ethics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Data collected via public Reddit API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All author IDs anonymized before analysis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Aggregate patterns only — no individual targeting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Contextual integrity considered: public data, aggregate use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No findings used to identify or target users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Self-Posed Q&amp;A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1325880"/>
          </a:xfrm>
          <a:prstGeom prst="rect">
            <a:avLst/>
          </a:prstGeom>
          <a:solidFill>
            <a:srgbClr val="0D2E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Q1: Why K-Means over DBSCAN or hierarchical clustering?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88136"/>
            <a:ext cx="813816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</a:rPr>
              <a:t>K-Means scales efficiently to 49K documents and produces interpretable, equal-variance clusters. DBSCAN struggles with high-dimensional TF-IDF data; hierarchical clustering is computationally prohibitive at this scale. The Elbow method justified k=4 explicitly.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30552"/>
            <a:ext cx="8595360" cy="1325880"/>
          </a:xfrm>
          <a:prstGeom prst="rect">
            <a:avLst/>
          </a:prstGeom>
          <a:solidFill>
            <a:srgbClr val="0D2E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1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Q2: How confident are you that these patterns are real and not artifacts?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13816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877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</a:rPr>
              <a:t>Moderately confident. The silhouette score of 0.31 indicates real but not tight clustering. Cluster profiles are internally consistent and align with domain knowledge about online communities. The 1% engagement pattern is well-documented, lending external validity. Future annotation studies would strengthen confidence.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575304"/>
            <a:ext cx="8595360" cy="1325880"/>
          </a:xfrm>
          <a:prstGeom prst="rect">
            <a:avLst/>
          </a:prstGeom>
          <a:solidFill>
            <a:srgbClr val="0D2E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66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Q3: What would you do differently with more time or data?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138160" cy="0"/>
          </a:xfrm>
          <a:prstGeom prst="line">
            <a:avLst/>
          </a:prstGeom>
          <a:noFill/>
          <a:ln w="6350">
            <a:solidFill>
              <a:srgbClr val="1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3250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</a:rPr>
              <a:t>Replace TF-IDF with SBERT sentence embeddings for semantic clustering. Collect longitudinal data to track discourse shifts. Apply BERTopic for richer topic modeling. Validate clusters with human annotation. Expand to non-English subreddits.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8D8E8"/>
                </a:solidFill>
              </a:rPr>
              <a:t>This project applied K-Means clustering and LDA topic modeling to 49,428 Reddit comments, discovering four user archetypes and eight topic themes in public AI discourse.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2024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73.6%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Mainstream casual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commenters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3.4%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Deep discussers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driving discourse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192024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Distinct topics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discovered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192024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0.47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LDA coherence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8"/>
                </a:solidFill>
              </a:rPr>
              <a:t>score (c_v)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Future Work: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SBERT semantic embeddings for richer clustering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Longitudinal analysis tracking discourse shifts over time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Human annotation study to validate cluster labels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github.com/MahliqO/cs4412-project  |  CS 4412  |  KSU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CS4412 M4 - Reddit ChatGPT Analysis</dc:title>
  <dc:subject>PptxGenJS Presentation</dc:subject>
  <dc:creator>Mahliq Obie</dc:creator>
  <cp:lastModifiedBy>Mahliq Obie</cp:lastModifiedBy>
  <cp:revision>1</cp:revision>
  <dcterms:created xsi:type="dcterms:W3CDTF">2026-05-03T21:36:36Z</dcterms:created>
  <dcterms:modified xsi:type="dcterms:W3CDTF">2026-05-03T21:36:36Z</dcterms:modified>
</cp:coreProperties>
</file>